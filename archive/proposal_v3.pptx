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EXCAVATOR DISPATCH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포크레인 배차 매칭 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기사들이 직접 일감을 올리고, 배차받는 모바일 플랫폼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548640"/>
            <a:ext cx="365760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제안서  ·  2026년 4월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앱의 핵심 특징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795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배차 방식과 차별화되는 4가지 강점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508760"/>
            <a:ext cx="502920" cy="502920"/>
          </a:xfrm>
          <a:prstGeom prst="ellipse">
            <a:avLst/>
          </a:prstGeom>
          <a:solidFill>
            <a:srgbClr val="FFEDD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6184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즉시 매칭 시스템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00200" y="1828800"/>
            <a:ext cx="1463040" cy="256032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60초 내 매칭 시도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012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돌리기 대신, 앱에 일감을 올리면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맞는 기사에게 자동으로 알림 발송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28016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1848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공정한 배차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577840" y="1828800"/>
            <a:ext cx="146304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기반 매칭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93776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70% + 거리 30% 기반 자동 채택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인맥 위주 배차에서 객관적 기준으로 전환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306324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3063240"/>
            <a:ext cx="54864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8"/>
          <p:cNvSpPr/>
          <p:nvPr/>
        </p:nvSpPr>
        <p:spPr>
          <a:xfrm>
            <a:off x="960120" y="3291840"/>
            <a:ext cx="502920" cy="5029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40156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검증된 기사 풀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600200" y="3611880"/>
            <a:ext cx="1463040" cy="2560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1"/>
          <p:cNvSpPr/>
          <p:nvPr/>
        </p:nvSpPr>
        <p:spPr>
          <a:xfrm>
            <a:off x="1600200" y="3611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장비·평점 공개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6012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가입한 기사의 장비 정보·평점 확인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신뢰할 수 있는 기사와 안전하게 매칭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09160" y="306324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3063240"/>
            <a:ext cx="54864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5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0156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7784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일정 관리 자동화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577840" y="3611880"/>
            <a:ext cx="146304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4" name="Text 28"/>
          <p:cNvSpPr/>
          <p:nvPr/>
        </p:nvSpPr>
        <p:spPr>
          <a:xfrm>
            <a:off x="5577840" y="3611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충돌 경고 기능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93776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배차받은 일정이 캘린더에 자동 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일정 시 경고 알림으로 실수 방지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앱 화면  ·  1. 일감 목록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22960"/>
            <a:ext cx="29260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9144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393192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896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조건 필터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1170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바퀴형/궤도형 · 소형/중형/대형 장비 조건으로 필터링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169164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0" y="1673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스마트 정렬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거리순 또는 날짜순으로 원하는 일감 빠르게 탐색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0" y="24688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0" y="2450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일감 카드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89120" y="2724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지역·일시·작업내용·장비조건·거리를 한눈에 요약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32461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0" y="3227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배차완료 표시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502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매칭된 일감은 빨간 배지 + 블러 처리로 구분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31920" y="4023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39319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89120" y="4005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실시간 업데이트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8912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일감·매칭 상태 변경이 목록에 즉시 반영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앱 화면  ·  2. 일감 상세 + 우선 지원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22960"/>
            <a:ext cx="29260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914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393192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896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지도 위치 확인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1170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Maps에 작업 위치 핀 표시, 경로 파악 가능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16916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0" y="1673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우선 배차 타이머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배차권 보유자 간 60초 경쟁, 별점+거리 자동 채택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0" y="24688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0" y="2450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상세 작업 정보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89120" y="2724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내용·메모·장비 요구조건·등록자 정보 확인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32461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0" y="3227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일정 충돌 경고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502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날 배차된 일정이 있으면 지원 전 알림 표시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31920" y="402336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39319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89120" y="4005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배차권 차감 안내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8912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 지원 시 보유 배차권 차감 여부 사전 안내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앱 화면  ·  3. 배차 캘린더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22960"/>
            <a:ext cx="29260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9144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393192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0" y="896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월간 일정 달력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1170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배차받은 일정(파란점)과 올린 일감(주황점)을 한눈에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16916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0" y="1673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일정 충돌 경고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947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날 2건 이상 일정이 있으면 ⚠️ 아이콘으로 표시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0" y="24688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0" y="2450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날짜별 상세 보기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89120" y="27249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날짜를 탭하면 해당일 작업 목록 시간순으로 표시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324612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3931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0" y="3227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양방향 일정 관리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502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올린 일감 + 배차받은 일감 모두 한 캘린더에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31920" y="4023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39319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89120" y="4005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 동기화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8912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매칭되면 캘린더에 즉시 반영, 수동 입력 불필요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로드맵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18주 (약 4.5개월)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6400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기반 구축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1097280"/>
            <a:ext cx="13716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일감 CRUD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4~6주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18288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매칭 엔진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7~10주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0" y="1097280"/>
            <a:ext cx="9144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푸시 알림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463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11~12주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1097280"/>
            <a:ext cx="1371600" cy="640080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캘린더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13~15주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0" y="1097280"/>
            <a:ext cx="1371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QA+배포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16~18주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10312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103120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21031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2103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21031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기반 구축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21031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셋업 · 회원가입(전화번호 인증) · 프로필 설정 · 기본 앱 화면 구조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60604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2606040"/>
            <a:ext cx="54864" cy="43891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26060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2606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4~6주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23160" y="2606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일감 CRUD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77640" y="26060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일감 등록(지도 핀) · 목록 조회 · 필터/정렬 · 배차권 자동 발급 시스템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10896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0876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7~10주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3108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매칭 엔진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77640" y="310896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 배차 60초 타이머 · 별점+거리 자동 채택 알고리즘 · 선착순 일반 매칭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61188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3611880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36118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08760" y="3611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11~12주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423160" y="36118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푸시 알림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77640" y="361188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연동 · 조건 맞는 기사에게 일감 등록 알림 · 매칭 결과 알림 발송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11480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4114800"/>
            <a:ext cx="54864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411480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50876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13~15주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423160" y="4114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캘린더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977640" y="4114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배차 일정 표시 · 일정 충돌 경고 기능 · 일별 상세 조회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Shape 57"/>
          <p:cNvSpPr/>
          <p:nvPr/>
        </p:nvSpPr>
        <p:spPr>
          <a:xfrm>
            <a:off x="457200" y="4617720"/>
            <a:ext cx="54864" cy="4389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508760" y="46177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16~18주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423160" y="46177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+ 배포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977640" y="461772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 테스트 · 성능 최적화 · 앱스토어/플레이스토어 심사 제출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비용 구성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단계는 무료, 출시 후에만 운영비 발생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앱 출시 필수 비용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Developer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Store 배포 · 매년 갱신 필수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₩129,000 / 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Play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배포 · 최초 1회 등록비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₩35,000 (1회)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합계 (첫해)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₩164,000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서버 및 운영비 (사용자 규모별)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기간 (18주)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서비스 무료 플랜 사용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37460" y="28803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37460" y="288036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262890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출시 초기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28900" y="3264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890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3.5~5만 원/월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289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+ 소량 SMS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8803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880360"/>
            <a:ext cx="19659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성장기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264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5~8만 원/월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091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증가 + 지도 API 일부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97980" y="28803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97980" y="288036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78942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89420" y="3264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942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10~15만 원/월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894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DB/대역폭 증가분 포함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544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 개발자 측 준비항목 (참고용)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Air M4 약 189만 원 — 개발 장비 (고객 비용 아님, 개발자 측에서 준비)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향후 확장 기능 (검토용)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후 단계적으로 추가 가능한 기능들 — 회의 시 우선순위 논의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0" y="1371600"/>
            <a:ext cx="502920" cy="2286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371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기사 별점 시스템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완료 후 상호 평가 (5점 만점)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알고리즘의 '별점 70%' 가중치와 직결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출시 후 바로 추가 권장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57800" y="1371600"/>
            <a:ext cx="502920" cy="2286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1371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087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기사 간 채팅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290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후 1:1 실시간 소통 (현재는 전화만)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세부 사항·도착 시간 등 조율 용이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전송 기능 포함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35040" y="123444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371600"/>
            <a:ext cx="502920" cy="2286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6"/>
          <p:cNvSpPr/>
          <p:nvPr/>
        </p:nvSpPr>
        <p:spPr>
          <a:xfrm>
            <a:off x="8046720" y="1371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rgbClr val="FFEDD5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우선 배차권 월정액제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1792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구독으로 배차권 무제한/N개 지급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일감을 더 자주 잡는 기사 대상 유료 모델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인앱 결제(iOS/Android) 연동 필요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01752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468880" y="3154680"/>
            <a:ext cx="502920" cy="2286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2"/>
          <p:cNvSpPr/>
          <p:nvPr/>
        </p:nvSpPr>
        <p:spPr>
          <a:xfrm>
            <a:off x="2468880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9184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작업 완료 인증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008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사진 기반 완료 확인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 발생 시 증빙 자료로 활용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투명성 확보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246120" y="301752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57800" y="3154680"/>
            <a:ext cx="502920" cy="2286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28"/>
          <p:cNvSpPr/>
          <p:nvPr/>
        </p:nvSpPr>
        <p:spPr>
          <a:xfrm>
            <a:off x="5257800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429000" y="3200400"/>
            <a:ext cx="411480" cy="4114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9184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42900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정산 관리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42900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작업 내역·금액 자동 집계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 발행용 자료 생성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내보내기 기능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035040" y="3017520"/>
            <a:ext cx="26060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46720" y="3154680"/>
            <a:ext cx="50292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4"/>
          <p:cNvSpPr/>
          <p:nvPr/>
        </p:nvSpPr>
        <p:spPr>
          <a:xfrm>
            <a:off x="8046720" y="3154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217920" y="3200400"/>
            <a:ext cx="411480" cy="411480"/>
          </a:xfrm>
          <a:prstGeom prst="ellipse">
            <a:avLst/>
          </a:prstGeom>
          <a:solidFill>
            <a:srgbClr val="FCE7F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228600" cy="2286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21792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반복 일감 등록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21792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주간/월간 정기 작업 일괄 등록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건설 현장 대응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등록으로 N주 반복 가능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다음 단계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피드백을 반영하여 개발에 착수하겠습니다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우선순위 확정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기능 + 확장 기능 중 1차 개발 범위 확정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상세 디자인 검토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색상·폰트·로고 등 브랜딩 방향 논의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테스트 기사 모집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테스트에 참여할 초기 기사 풀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착수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기반 구축부터 18주 로드맵 진행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감사합니다  ·  질문과 피드백을 환영합니다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포크레인 배차 매칭 앱 사업 제안서</dc:title>
  <dc:subject>PptxGenJS Presentation</dc:subject>
  <dc:creator>포크레인 배차앱</dc:creator>
  <cp:lastModifiedBy>포크레인 배차앱</cp:lastModifiedBy>
  <cp:revision>1</cp:revision>
  <dcterms:created xsi:type="dcterms:W3CDTF">2026-04-20T11:43:01Z</dcterms:created>
  <dcterms:modified xsi:type="dcterms:W3CDTF">2026-04-20T11:43:01Z</dcterms:modified>
</cp:coreProperties>
</file>